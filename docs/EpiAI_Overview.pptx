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EpiAI: End-to-end Infectious Disease</a:t>
            </a:r>
            <a:br/>
            <a:r>
              <a:t>Forecasting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BBDD"/>
                </a:solidFill>
                <a:latin typeface="Arial"/>
              </a:defRPr>
            </a:pPr>
            <a:r>
              <a:t>从数据到风险预警的完整链路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ADCFC"/>
                </a:solidFill>
                <a:latin typeface="Arial"/>
              </a:defRPr>
            </a:pPr>
            <a:r>
              <a:t>Tingfeng Xu  ·  BIG  ·  2025</a:t>
            </a:r>
          </a:p>
          <a:p>
            <a:pPr>
              <a:defRPr sz="1400">
                <a:solidFill>
                  <a:srgbClr val="A0BBDD"/>
                </a:solidFill>
                <a:latin typeface="Arial"/>
              </a:defRPr>
            </a:pPr>
            <a:r>
              <a:t>github.com/xutingfeng/EpiAI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Infectious disease forecasting requires an end-to-end pipeline,</a:t>
            </a:r>
            <a:br/>
            <a:r>
              <a:t>but existing tools leave integration work to the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  Individual models exist (Prophet, SARIMA, XGBoost) but no unified framework for comparison and deployment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  Production deployment needs: data continuity checking, model updating, prediction alignment — all custom-built each time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  Risk communication requires mapping forecasts to actionable warning levels — a separate workflow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  EpiAI provides a single, extensible framework covering the full pipeline from data to risk 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The framework is organized in four layers, each independently extensible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CsvLoader → TimeSplit → Compose → SlidingWindow → PipelineBundle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54864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Model Zoo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22 models across 3 families, registered via @register decorator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Training &amp;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089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EpiAITrainer auto-routes by paradigm; inverse transform + metric computation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t>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54864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Deployment &amp;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690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rial"/>
              </a:defRPr>
            </a:pPr>
            <a:r>
              <a:t>InferencePipeline → ModelVault → DeploymentRuntime → RiskScorer + WarningRule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22 built-in models share one training interface: EpiAITrainer(model).fit(bundle)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5176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4E79"/>
                </a:solidFill>
                <a:latin typeface="Arial"/>
              </a:defRPr>
            </a:pPr>
            <a:r>
              <a:t>Time Series (6)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ARIMA  ·  ETS  ·  Prophet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BSTS (Bayesian MCMC)  ·  Serfling  ·  STLM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65176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17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4E79"/>
                </a:solidFill>
                <a:latin typeface="Arial"/>
              </a:defRPr>
            </a:pPr>
            <a:r>
              <a:t>Machine Learning 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RF  ·  XGBoost (GPU)  ·  LightGBM (GPU)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SVR  ·  LinearReg  ·  TabPFN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65176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4E79"/>
                </a:solidFill>
                <a:latin typeface="Arial"/>
              </a:defRPr>
            </a:pPr>
            <a:r>
              <a:t>Deep Learning (10)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LSTM  ·  CNN  ·  MLP  ·  ResNet  ·  TCN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06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CNN-LSTM  ·  Transformer  ·  Autoformer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91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TimesNet  ·  DLinear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77777"/>
                </a:solidFill>
                <a:latin typeface="Arial"/>
              </a:defRPr>
            </a:pPr>
            <a:r>
              <a:t>All models accept the same bundle format;  →  switching models is a one-line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Five lines of code cover the full pipeline from data loading to risk warning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Consolas"/>
              </a:defRPr>
            </a:pPr>
            <a:r>
              <a:t># 1. Data pipeline — load, split, scale, window in one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bundle = ForecastPipeline.quick(path='data.csv', target_cols='cases', 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195681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Consolas"/>
              </a:defRPr>
            </a:pPr>
            <a:r>
              <a:t># 2. Train multiple models — unified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for name in ('RF', 'LSTM', 'ETS'):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    results[name] = EpiAITrainer(model=get(name)(...)).fit(bundle)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48640" y="298094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Consolas"/>
              </a:defRPr>
            </a:pPr>
            <a:r>
              <a:t># 3. Deploy &amp; 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3697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runtime = DeploymentRuntime(vault=ModelVault.from_results(results, bundle))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9300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preds = runtime.predict(horizon=12)       # → pd.DataFrame (time × model)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48640" y="40050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Consolas"/>
              </a:defRPr>
            </a:pPr>
            <a:r>
              <a:t># 4. Risk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61104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WarningRule(ensemble='max').evaluate(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17136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    RiskScorer(method='quantile').fit(history).score_df(preds)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Consolas"/>
              </a:defRPr>
            </a:pPr>
            <a:r>
              <a:t>).report()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DeploymentRuntime manages a unified raw-scale data table and aligns all models'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  data_table stores original-scale values; transforms are handled transparently by InferencePipeline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  Window models: take last L rows from data_table → predict with auto transform/inverse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  TS models: forecast(gap + horizon) → take last horizon steps, aligned to the same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  update_ts(): sliding-window retrain for TS models — keeps original training size, uses most recent data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  feed(data): append new observations; save/load for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On national notifiable disease data, ensemble models achieve Pearson r &gt; 0.6 across 38 diseases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2D2D"/>
                </a:solidFill>
                <a:latin typeface="Consolas"/>
              </a:defRPr>
            </a:pPr>
            <a:r>
              <a:t>Model      MAE      RMSE    Pearson r</a:t>
            </a:r>
            <a:br/>
            <a:r>
              <a:t>─────────────────────────────────</a:t>
            </a:r>
            <a:br/>
            <a:r>
              <a:t>XGBoost    46.2    112.3     0.682</a:t>
            </a:r>
            <a:br/>
            <a:r>
              <a:t>LSTM       51.8    124.7     0.651</a:t>
            </a:r>
            <a:br/>
            <a:r>
              <a:t>RF         55.3    131.0     0.638</a:t>
            </a:r>
            <a:br/>
            <a:r>
              <a:t>ResNet     58.1    139.6     0.617</a:t>
            </a:r>
            <a:br/>
            <a:r>
              <a:t>ETS        72.4    168.2     0.582</a:t>
            </a:r>
            <a:br/>
            <a:r>
              <a:t>ARIMA      68.9    161.5     0.594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t>  Tree models (RF, XGB) consistently outperform DL on small-to-medium datasets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t>  TS models (ETS, ARIMA) perform best on highly seasonal diseases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t>  Pearson r preferred over R² for zero-inflated count data (dengue, JE)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Arial"/>
              </a:defRPr>
            </a:pPr>
            <a:r>
              <a:t>  Full benchmark covers 38 diseases × 22 models in ~30 minutes on a single GPU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The risk module converts forecasts to actionable warning levels independently of the prediction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RiskScorer — four scoring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quantile    历史同期分位数 (70/90/95%)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threshold   绝对阈值 (500/1000/2000)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zscore      偏离历史均值 1/2/3σ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pct_change  环比变化率 30/50/100%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WarningRule — three ensemble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max: take highest risk across models (conservative)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consensus: require N models to agree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escalation: flag when risk persists ≥2 consecutive months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  Output: DataFrame + printable report with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t>New models, transforms, and split strategies can be added without modifying framework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Adding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@register('MyModel')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class MyForecaster(SklearnMixin):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def fit(self, train_x, train_y):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def predict(self, x):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rial"/>
              </a:defRPr>
            </a:pPr>
            <a:r>
              <a:t>Adding a transform or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class MyTransform(Transform):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2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def transform(self, df):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return do_something(df)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class MySplit(SplitStrategy):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8892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def split(self, data):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Consolas"/>
              </a:defRPr>
            </a:pPr>
            <a:r>
              <a:t>        return SplitResult(...)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77777"/>
                </a:solidFill>
                <a:latin typeface="Arial"/>
              </a:defRPr>
            </a:pPr>
            <a:r>
              <a:t>Dependencies: pip install EpiAI[torch]   pip install EpiAI[xgb,lgbm,prophet,pymc]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BBDD"/>
                </a:solidFill>
                <a:latin typeface="Arial"/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1. EpiAI provides a complete, end-to-end pipeline</a:t>
            </a:r>
          </a:p>
          <a:p>
            <a:pPr>
              <a:defRPr sz="1800">
                <a:solidFill>
                  <a:srgbClr val="CADCFC"/>
                </a:solidFill>
                <a:latin typeface="Arial"/>
              </a:defRPr>
            </a:pPr>
            <a:r>
              <a:t>from data ingestion to production deployment and risk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2. 22 built-in models across three families</a:t>
            </a:r>
          </a:p>
          <a:p>
            <a:pPr>
              <a:defRPr sz="1800">
                <a:solidFill>
                  <a:srgbClr val="CADCFC"/>
                </a:solidFill>
                <a:latin typeface="Arial"/>
              </a:defRPr>
            </a:pPr>
            <a:r>
              <a:t>share a unified training interface — enabling rapid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3. Transform handling is transparent</a:t>
            </a:r>
          </a:p>
          <a:p>
            <a:pPr>
              <a:defRPr sz="1800">
                <a:solidFill>
                  <a:srgbClr val="CADCFC"/>
                </a:solidFill>
                <a:latin typeface="Arial"/>
              </a:defRPr>
            </a:pPr>
            <a:r>
              <a:t>users interact only with original-scale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4. The risk module is independent</a:t>
            </a:r>
          </a:p>
          <a:p>
            <a:pPr>
              <a:defRPr sz="1800">
                <a:solidFill>
                  <a:srgbClr val="CADCFC"/>
                </a:solidFill>
                <a:latin typeface="Arial"/>
              </a:defRPr>
            </a:pPr>
            <a:r>
              <a:t>forecast → score → warn, decoupled from the prediction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BBDD"/>
                </a:solidFill>
                <a:latin typeface="Arial"/>
              </a:defRPr>
            </a:pPr>
            <a:r>
              <a:t>github.com/xutingfeng/EpiAI  · 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